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Manav is a dedicated ML/NLP enthusiast experienced in developing comprehensive AI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Manav gained practical frontend development experience, building web apps and integrating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Manav is currently pursuing a B.Tech in AI &amp; ML with a commendable academic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Manav possesses a broad technical skill set spanning programming, ML/AI, frameworks, and essential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Manav is multilingual, with native proficiency in Gujarati and fluency in Hindi and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Manav has obtained professional certifications from IBM in Data Science and Applied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Manav has successfully developed diverse AI/ML projects, applying advanced techniques to real-world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Passionate Machine Learning and NLP enthusiast with expertise in AI, deep learning, and intelligent systems.</a:t>
            </a:r>
          </a:p>
          <a:p>
            <a:pPr>
              <a:defRPr sz="1800"/>
            </a:pPr>
            <a:r>
              <a:t>Proven track record in developing end-to-end ML solutions including computer vision, NLP, and LLM applications.</a:t>
            </a:r>
          </a:p>
        </p:txBody>
      </p:sp>
      <p:pic>
        <p:nvPicPr>
          <p:cNvPr id="4" name="Picture 3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Developed responsive web applications using React.js, implementing component-based architecture and state management.</a:t>
            </a:r>
          </a:p>
          <a:p>
            <a:pPr>
              <a:defRPr sz="1800"/>
            </a:pPr>
            <a:r>
              <a:t>Designed and implemented RESTful API integrations with full CRUD operations, enhancing frontend development skills.</a:t>
            </a:r>
          </a:p>
        </p:txBody>
      </p:sp>
      <p:pic>
        <p:nvPicPr>
          <p:cNvPr id="4" name="Picture 3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Pursuing a Bachelor of Technology in Artificial Intelligence &amp; Machine Learning at Charotar University (CGPA 8.70/10.0).</a:t>
            </a:r>
          </a:p>
          <a:p>
            <a:pPr>
              <a:defRPr sz="1800"/>
            </a:pPr>
            <a:r>
              <a:t>Achieved strong academic results in HSC (82.39%) and SSC (97.13%) at Sardar Patel &amp; Swami Vivekanand High School.</a:t>
            </a:r>
          </a:p>
        </p:txBody>
      </p:sp>
      <p:pic>
        <p:nvPicPr>
          <p:cNvPr id="4" name="Picture 3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Technical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Proficient in Python, Java, C, C++, R, SQL, and key ML/AI areas like Deep Learning, NLP, Computer Vision, and LLMs.</a:t>
            </a:r>
          </a:p>
          <a:p>
            <a:pPr>
              <a:defRPr sz="1800"/>
            </a:pPr>
            <a:r>
              <a:t>Experienced with TensorFlow, PyTorch, Scikit-learn, React.js, and tools such as Power BI, Git, and API Integration.</a:t>
            </a:r>
          </a:p>
        </p:txBody>
      </p:sp>
      <p:pic>
        <p:nvPicPr>
          <p:cNvPr id="4" name="Picture 3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Languages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Native speaker of Gujarati and fluent in Hindi.</a:t>
            </a:r>
          </a:p>
          <a:p>
            <a:pPr>
              <a:defRPr sz="1800"/>
            </a:pPr>
            <a:r>
              <a:t>Proficient in English for professional and academic contexts.</a:t>
            </a:r>
          </a:p>
        </p:txBody>
      </p:sp>
      <p:pic>
        <p:nvPicPr>
          <p:cNvPr id="4" name="Picture 3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Certifications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Holds an IBM Data Science Professional Certificate, demonstrating data analysis and Python skills.</a:t>
            </a:r>
          </a:p>
          <a:p>
            <a:pPr>
              <a:defRPr sz="1800"/>
            </a:pPr>
            <a:r>
              <a:t>Completed the IBM Applied AI Professional Certificate, covering foundational AI, Data Science, and Analytics.</a:t>
            </a:r>
          </a:p>
        </p:txBody>
      </p:sp>
      <p:pic>
        <p:nvPicPr>
          <p:cNvPr id="4" name="Picture 3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Developed an ATS-grade Smart Resume Analyzer using NLP, LLMs, and RAG for job matching and skill extraction.</a:t>
            </a:r>
          </a:p>
          <a:p>
            <a:pPr>
              <a:defRPr sz="1800"/>
            </a:pPr>
            <a:r>
              <a:t>Implemented Deep Learning solutions for Handwritten Text Recognition (CNNs) and Fashion AI Clothing Classification.</a:t>
            </a:r>
          </a:p>
        </p:txBody>
      </p:sp>
      <p:pic>
        <p:nvPicPr>
          <p:cNvPr id="4" name="Picture 3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